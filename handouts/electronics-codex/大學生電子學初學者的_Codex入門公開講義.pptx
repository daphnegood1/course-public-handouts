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91D2CC"/>
                </a:solidFill>
                <a:latin typeface="Microsoft JhengHei"/>
              </a:rPr>
              <a:t>公開版講義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98755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200" b="1">
                <a:solidFill>
                  <a:srgbClr val="FFFFFF"/>
                </a:solidFill>
                <a:latin typeface="Microsoft JhengHei"/>
              </a:rPr>
              <a:t>用 Codex 建立電子學學習助教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34640"/>
            <a:ext cx="859536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0">
                <a:solidFill>
                  <a:srgbClr val="D8E4E7"/>
                </a:solidFill>
                <a:latin typeface="Microsoft JhengHei"/>
              </a:rPr>
              <a:t>大學生初學電子學：從題目整理、推導驗算到小工具製作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172200"/>
            <a:ext cx="5029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4C5CA"/>
                </a:solidFill>
                <a:latin typeface="Microsoft JhengHei"/>
              </a:rPr>
              <a:t>Source: Codex 使用秘技系列公開版整理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Codex 不是答案機，而是電子學學習工作流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36192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5C6A77"/>
                </a:solidFill>
                <a:latin typeface="Microsoft JhengHei"/>
              </a:rPr>
              <a:t>把一次性問答變成可追蹤、可修改、可累積的學習系統。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313432"/>
            <a:ext cx="30540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公式變流程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79192"/>
            <a:ext cx="3054096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把二極體、BJT、MOSFET、OP Amp 題目整理成已知條件、假設、推導、驗算。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21488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13432"/>
            <a:ext cx="30540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筆記變系統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79192"/>
            <a:ext cx="3054096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把課堂筆記、實驗資料與錯題紀錄放進同一個專案工作區。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488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313432"/>
            <a:ext cx="30540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AI 變助教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679192"/>
            <a:ext cx="3054096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要求 Codex 解釋思路、建立小工具、整理複習，而不是只給答案。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一門電子學 Codex 入門課可以分成五段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424160" cy="530352"/>
          </a:xfrm>
          <a:prstGeom prst="rect">
            <a:avLst/>
          </a:prstGeom>
          <a:solidFill>
            <a:srgbClr val="E8F4F2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93392"/>
            <a:ext cx="1009497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1. 安全工作區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59152"/>
            <a:ext cx="10094976" cy="-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建立 electronics-codex-lab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42032"/>
            <a:ext cx="10424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06624"/>
            <a:ext cx="1009497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2. Plugins /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72384"/>
            <a:ext cx="10094976" cy="-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處理講義、簡報、表格與網頁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55264"/>
            <a:ext cx="10424160" cy="530352"/>
          </a:xfrm>
          <a:prstGeom prst="rect">
            <a:avLst/>
          </a:prstGeom>
          <a:solidFill>
            <a:srgbClr val="E8F4F2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419856"/>
            <a:ext cx="1009497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3.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85615"/>
            <a:ext cx="10094976" cy="-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追蹤解題筆記與小工具版本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68496"/>
            <a:ext cx="10424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33087"/>
            <a:ext cx="1009497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4. Obsidian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498848"/>
            <a:ext cx="10094976" cy="-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建立電子學第二大腦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81728"/>
            <a:ext cx="10424160" cy="530352"/>
          </a:xfrm>
          <a:prstGeom prst="rect">
            <a:avLst/>
          </a:prstGeom>
          <a:solidFill>
            <a:srgbClr val="E8F4F2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846320"/>
            <a:ext cx="1009497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5. 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212080"/>
            <a:ext cx="10094976" cy="-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初始化、開工、收工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先建立一個電子學專案工作桌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36192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5C6A77"/>
                </a:solidFill>
                <a:latin typeface="Microsoft JhengHei"/>
              </a:rPr>
              <a:t>讓 Codex 只在指定資料夾內讀寫，保留安全邊界。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749039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0B7A75"/>
                </a:solidFill>
                <a:latin typeface="Microsoft JhengHei"/>
              </a:rPr>
              <a:t>建議資料夾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7168"/>
            <a:ext cx="4160520" cy="2423160"/>
          </a:xfrm>
          <a:prstGeom prst="rect">
            <a:avLst/>
          </a:prstGeom>
          <a:solidFill>
            <a:srgbClr val="10212A"/>
          </a:solidFill>
          <a:ln>
            <a:solidFill>
              <a:srgbClr val="10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3657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E7F3F0"/>
                </a:solidFill>
                <a:latin typeface="Microsoft JhengHei"/>
              </a:rPr>
              <a:t>electronics-codex-lab/</a:t>
            </a:r>
            <a:br/>
            <a:r>
              <a:t>├─ notes/</a:t>
            </a:r>
            <a:br/>
            <a:r>
              <a:t>├─ exercises/</a:t>
            </a:r>
            <a:br/>
            <a:r>
              <a:t>├─ lab-data/</a:t>
            </a:r>
            <a:br/>
            <a:r>
              <a:t>├─ tools/</a:t>
            </a:r>
            <a:br/>
            <a:r>
              <a:t>└─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1488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README：說明專案目標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AGENTS：設定 Codex 工作規則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.gitignore：避免公開暫存與密鑰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notes / exercises / tools：分開管理筆記、練習與小工具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電子學提示詞的核心：要求推導，不只要求答案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4983480" cy="3566160"/>
          </a:xfrm>
          <a:prstGeom prst="rect">
            <a:avLst/>
          </a:prstGeom>
          <a:solidFill>
            <a:srgbClr val="FFF4ED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46542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不建議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9152"/>
            <a:ext cx="4654296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幫我解這題。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257800" cy="3566160"/>
          </a:xfrm>
          <a:prstGeom prst="rect">
            <a:avLst/>
          </a:prstGeom>
          <a:solidFill>
            <a:srgbClr val="E8F4F2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993392"/>
            <a:ext cx="492861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359152"/>
            <a:ext cx="4928616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請先列已知條件，判斷二極體導通假設，用 KVL / KCL 推導，最後檢查假設是否成立。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把每一種題型整理成固定筆記格式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觀念：這個元件或模型在說什麼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常見題型：考法與變化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解題流程：先假設，再推導，再驗算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易錯點：符號、方向、單位、模型限制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B2430"/>
                </a:solidFill>
                <a:latin typeface="Microsoft JhengHei"/>
              </a:rPr>
              <a:t>例題：保留一題完整流程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828800"/>
            <a:ext cx="475488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9631" y="1993392"/>
            <a:ext cx="4425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可套用主題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1" y="2359152"/>
            <a:ext cx="4425696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二極體導通判斷、BJT 偏壓、MOSFET 工作區、OP Amp 反相與非反相、RC 暫態響應。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GitHub 保存你的學習版本，而不只是程式碼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329184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3911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保存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04872"/>
            <a:ext cx="2962656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每次改過的解題筆記、錯題整理與小工具。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74519"/>
            <a:ext cx="329184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203911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404872"/>
            <a:ext cx="2962656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公式、介面或說明改錯時，能回到上一版。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74519"/>
            <a:ext cx="329184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3911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04872"/>
            <a:ext cx="2962656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小組專題可以共同維護分壓器、RC 曲線等小工具。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OBSIDIAN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Obsidian 是電子學第二大腦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45720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411480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B2430"/>
                </a:solidFill>
                <a:latin typeface="Microsoft JhengHei"/>
              </a:rPr>
              <a:t>電子學/</a:t>
            </a:r>
            <a:br/>
            <a:r>
              <a:t>├─ 00_課程索引.md</a:t>
            </a:r>
            <a:br/>
            <a:r>
              <a:t>├─ 01_二極體.md</a:t>
            </a:r>
            <a:br/>
            <a:r>
              <a:t>├─ 02_BJT.md</a:t>
            </a:r>
            <a:br/>
            <a:r>
              <a:t>├─ 03_MOSFET.md</a:t>
            </a:r>
            <a:br/>
            <a:r>
              <a:t>├─ 04_OP_Amp.md</a:t>
            </a:r>
            <a:br/>
            <a:r>
              <a:t>└─ 06_錯題整理/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202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1B2430"/>
                </a:solidFill>
                <a:latin typeface="Microsoft JhengHei"/>
              </a:rPr>
              <a:t>把觀念、錯題、實驗紀錄長期累積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B2430"/>
                </a:solidFill>
                <a:latin typeface="Microsoft JhengHei"/>
              </a:rPr>
              <a:t>每次收工留下下一步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1B2430"/>
                </a:solidFill>
                <a:latin typeface="Microsoft JhengHei"/>
              </a:rPr>
              <a:t>讓下一次 Codex 可以接續你的學習狀態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用 Codex 做電子學小工具，讓抽象公式變可操作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分壓器計算器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915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歐姆定律與串聯電阻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99339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RC 時間常數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35915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充放電曲線與 5 tau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二極體流程圖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5915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假設、推導、驗算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1927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BJT 偏壓表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8503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工作點檢查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15468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331927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OP Amp 計算器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68503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理想放大器假設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154680"/>
            <a:ext cx="3246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3319272"/>
            <a:ext cx="29169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錯題整理器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685032"/>
            <a:ext cx="291693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錯誤原因分類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用初始化、開工、收工維持學習連續性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9184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初始化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9152"/>
            <a:ext cx="2962656" cy="1691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建立資料夾、README、規則與本學期電子學目標。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29184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99339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開工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359152"/>
            <a:ext cx="2962656" cy="1691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讀取目前筆記，列出今天可以接續的三件事。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329184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2962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B7A75"/>
                </a:solidFill>
                <a:latin typeface="Microsoft JhengHei"/>
              </a:rPr>
              <a:t>收工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59152"/>
            <a:ext cx="2962656" cy="1691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B2430"/>
                </a:solidFill>
                <a:latin typeface="Microsoft JhengHei"/>
              </a:rPr>
              <a:t>整理完成事項、卡住問題、下一次要做什麼。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B7A75"/>
                </a:solidFill>
                <a:latin typeface="Microsoft JhengHei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B2430"/>
                </a:solidFill>
                <a:latin typeface="Microsoft JhengHei"/>
              </a:rPr>
              <a:t>三個課堂練習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B2430"/>
                </a:solidFill>
                <a:latin typeface="Microsoft JhengHei"/>
              </a:rPr>
              <a:t>練習 1：建立 electronics-codex-lab，產生 README、notes、exercises、tools。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B2430"/>
                </a:solidFill>
                <a:latin typeface="Microsoft JhengHei"/>
              </a:rPr>
              <a:t>練習 2：選一題二極體電路，用已知條件、假設、推導、驗算、結論格式整理。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B2430"/>
                </a:solidFill>
                <a:latin typeface="Microsoft JhengHei"/>
              </a:rPr>
              <a:t>練習 3：建立 RC 時間常數 HTML 小工具，輸入 R、C、Vin，輸出 tau 與 0-5 tau 電壓表。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A77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13232"/>
            <a:ext cx="2560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91D2CC"/>
                </a:solidFill>
                <a:latin typeface="Microsoft JhengHe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96926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Microsoft JhengHei"/>
              </a:rPr>
              <a:t>Codex 的重點不是幫你跳過電子學，而是幫你把學習過程留下來。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7180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0">
                <a:solidFill>
                  <a:srgbClr val="D8E4E7"/>
                </a:solidFill>
                <a:latin typeface="Microsoft JhengHei"/>
              </a:rPr>
              <a:t>整理題目 → 推導步驟 → 驗算假設 → 做成筆記 → 建立小工具 → 長期累積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172200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B4C5CA"/>
                </a:solidFill>
                <a:latin typeface="Microsoft JhengHei"/>
              </a:rPr>
              <a:t>公開版：不含內部備課、逐字稿與私有路徑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